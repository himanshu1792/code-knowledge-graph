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Knowledge Graph for Agents (code-kg)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E6F9E"/>
                </a:solidFill>
              </a:rPr>
              <a:t>The problem</a:t>
            </a:r>
          </a:p>
          <a:p>
            <a:pPr lvl="1"/>
            <a:r>
              <a:rPr sz="1800" b="0"/>
              <a:t>AI coding agents rebuild their mental model of a codebase on every task, guess which files to change, and make mistakes.</a:t>
            </a:r>
          </a:p>
          <a:p>
            <a:pPr/>
            <a:r>
              <a:rPr sz="2200" b="1">
                <a:solidFill>
                  <a:srgbClr val="2E6F9E"/>
                </a:solidFill>
              </a:rPr>
              <a:t>The solution</a:t>
            </a:r>
          </a:p>
          <a:p>
            <a:pPr lvl="1"/>
            <a:r>
              <a:rPr sz="1800" b="0"/>
              <a:t>Pre-compute an accurate, queryable knowledge graph ONCE; agents query it at task start instead of guessing.</a:t>
            </a:r>
          </a:p>
          <a:p>
            <a:pPr lvl="1"/>
            <a:r>
              <a:rPr sz="1800" b="0"/>
              <a:t>Deterministic build (tree-sitter + Spring/JPA annotations) -&gt; local SQLite -&gt; served to agents over MCP.</a:t>
            </a:r>
          </a:p>
          <a:p>
            <a:pPr lvl="1"/>
            <a:r>
              <a:rPr sz="1800" b="0"/>
              <a:t>Optional LLM enrichment (Azure OpenAI) adds a feature-&gt;files map AND per-class/endpoint one-line summaries, constrained to existing symbols (no hallucinated files).</a:t>
            </a:r>
          </a:p>
          <a:p>
            <a:pPr lvl="1"/>
            <a:r>
              <a:rPr sz="1800" b="1"/>
              <a:t>Scope: Java / Spring Boot / Hibernate (Spring Data JPA), and multi-service flow via federation.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&amp;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0"/>
              <a:t>[1] Extractor (tree-sitter)  -&gt;  nodes (class/method/field) + edges (calls, imports, extends, implements)</a:t>
            </a:r>
          </a:p>
          <a:p>
            <a:pPr/>
            <a:r>
              <a:rPr sz="1600" b="0"/>
              <a:t>[2] Spring pass  -&gt;  endpoints (@GetMapping + class @RequestMapping prefix), DI 'injects' edges, layers</a:t>
            </a:r>
          </a:p>
          <a:p>
            <a:pPr/>
            <a:r>
              <a:rPr sz="1600" b="0"/>
              <a:t>[2b] JPA / Hibernate pass  -&gt;  @Entity + table, relationships (cascade/fetch/mappedBy/owning/@JoinColumn), JpaRepository-&gt;entity</a:t>
            </a:r>
          </a:p>
          <a:p>
            <a:pPr/>
            <a:r>
              <a:rPr sz="1600" b="0"/>
              <a:t>[2c] Outbound pass  -&gt;  Feign + RestTemplate calls to other services ('calls_service')</a:t>
            </a:r>
          </a:p>
          <a:p>
            <a:pPr/>
            <a:r>
              <a:rPr sz="1600" b="0"/>
              <a:t>[3] Enrichment (Azure OpenAI, optional)  -&gt;  feature-&gt;files map + per-node summaries; anti-hallucination gate rejects unknown nodes/files</a:t>
            </a:r>
          </a:p>
          <a:p>
            <a:pPr/>
            <a:r>
              <a:rPr sz="1600" b="0"/>
              <a:t>[4] MCP server  -&gt;  agents query the graph via kg_* tools</a:t>
            </a:r>
          </a:p>
          <a:p>
            <a:pPr/>
            <a:r>
              <a:rPr sz="1600" b="0"/>
              <a:t>[5] Sync / Federate  -&gt;  index (full) / reindex (incremental); federate merges services + links cross-service calls</a:t>
            </a:r>
          </a:p>
          <a:p>
            <a:pPr/>
            <a:r>
              <a:rPr sz="1600" b="1">
                <a:solidFill>
                  <a:srgbClr val="2E6F9E"/>
                </a:solidFill>
              </a:rPr>
              <a:t>Storage: a single local SQLite file at .code-kg/graph.db (gitignored, rebuilt on demand)</a:t>
            </a:r>
          </a:p>
          <a:p>
            <a:pPr/>
            <a:r>
              <a:rPr sz="1500" b="0"/>
              <a:t>Schema: nodes(...attrs, service) | edges(src, dst, kind, attrs) | features | feature_files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Capabilities, Usage &amp;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1">
                <a:solidFill>
                  <a:srgbClr val="2E6F9E"/>
                </a:solidFill>
              </a:rPr>
              <a:t>MCP tools (the payoff)</a:t>
            </a:r>
          </a:p>
          <a:p>
            <a:pPr lvl="1"/>
            <a:r>
              <a:rPr sz="1500" b="0"/>
              <a:t>kg_architecture | kg_find_files_for_feature | kg_endpoints/kg_endpoint | kg_callers/kg_callees | kg_impact_of | kg_data_model/kg_entity | kg_service_map/kg_request_flow | kg_neighbors/kg_describe</a:t>
            </a:r>
          </a:p>
          <a:p>
            <a:pPr/>
            <a:r>
              <a:rPr sz="2000" b="1">
                <a:solidFill>
                  <a:srgbClr val="2E6F9E"/>
                </a:solidFill>
              </a:rPr>
              <a:t>CLI (run via uv)</a:t>
            </a:r>
          </a:p>
          <a:p>
            <a:pPr lvl="1"/>
            <a:r>
              <a:rPr sz="1500" b="0"/>
              <a:t>code-kg  index | reindex | enrich | serve | digest | federate</a:t>
            </a:r>
          </a:p>
          <a:p>
            <a:pPr/>
            <a:r>
              <a:rPr sz="2000" b="1">
                <a:solidFill>
                  <a:srgbClr val="2E6F9E"/>
                </a:solidFill>
              </a:rPr>
              <a:t>Differentiators vs generic tools (e.g. codegraph)</a:t>
            </a:r>
          </a:p>
          <a:p>
            <a:pPr lvl="1"/>
            <a:r>
              <a:rPr sz="1500" b="0"/>
              <a:t>Spring DI 'injects' edges, feature-&gt;files map, deep JPA/Hibernate mapping, and cross-service request flow - beyond call graphs and routes.</a:t>
            </a:r>
          </a:p>
          <a:p>
            <a:pPr/>
            <a:r>
              <a:rPr sz="2000" b="1">
                <a:solidFill>
                  <a:srgbClr val="2E6F9E"/>
                </a:solidFill>
              </a:rPr>
              <a:t>Tech stack</a:t>
            </a:r>
          </a:p>
          <a:p>
            <a:pPr lvl="1"/>
            <a:r>
              <a:rPr sz="1500" b="0"/>
              <a:t>Python + uv | tree-sitter / tree-sitter-java | SQLite | FastMCP (mcp[cli]) | Azure OpenAI (optional enrichment)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Microservices: Cross-Service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/>
              <a:t>Index each service independently (order-independent), then federate to link them.</a:t>
            </a:r>
          </a:p>
          <a:p>
            <a:pPr/>
            <a:r>
              <a:rPr sz="1700" b="0"/>
              <a:t>Outbound calls detected per service: OpenFeign (@FeignClient) and RestTemplate (http://&lt;service&gt;/&lt;path&gt;).</a:t>
            </a:r>
          </a:p>
          <a:p>
            <a:pPr/>
            <a:r>
              <a:rPr sz="1700" b="0"/>
              <a:t>federate merges per-service graphs (node ids namespaced &lt;service&gt;::) and matches each outbound call to the called service's real endpoint, linking them with a 'calls_remote' edge.</a:t>
            </a:r>
          </a:p>
          <a:p>
            <a:pPr/>
            <a:r>
              <a:rPr sz="1700" b="1">
                <a:solidFill>
                  <a:srgbClr val="2E6F9E"/>
                </a:solidFill>
              </a:rPr>
              <a:t>One federated MCP exposes ALL services' indexes PLUS the cross-service links.</a:t>
            </a:r>
          </a:p>
          <a:p>
            <a:pPr/>
            <a:r>
              <a:rPr sz="1700" b="0"/>
              <a:t>kg_service_map()  -&gt;  which service calls which (resolved vs unresolved).</a:t>
            </a:r>
          </a:p>
          <a:p>
            <a:pPr/>
            <a:r>
              <a:rPr sz="1700" b="0"/>
              <a:t>kg_request_flow('/users/register')  -&gt;  traces the request across service boundaries.</a:t>
            </a:r>
          </a:p>
          <a:p>
            <a:pPr/>
            <a:r>
              <a:rPr sz="1700" b="0"/>
              <a:t>kg_impact_of  -&gt;  impact analysis now spans services.</a:t>
            </a:r>
          </a:p>
          <a:p>
            <a:pPr/>
            <a:r>
              <a:rPr sz="1500" b="0"/>
              <a:t>Contract: a Feign name / RestTemplate host must equal the called service's --service name; unmatched calls show as unresolved.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