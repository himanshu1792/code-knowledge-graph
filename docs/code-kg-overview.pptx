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Code Knowledge Graph for Agents (code-kg) — Node.js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6F9E"/>
                </a:solidFill>
              </a:rPr>
              <a:t>The problem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AI coding agents rebuild their mental model on every task, guess which files to change, and make mistakes.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E6F9E"/>
                </a:solidFill>
              </a:rPr>
              <a:t>The solution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Pre-compute an accurate, queryable knowledge graph ONCE; agents query it at task start instead of guessing.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Deterministic build (tree-sitter: Java + React/TSX) -&gt; local SQLite (node:sqlite) -&gt; served over MCP.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Optional LLM enrichment (Azure OpenAI): feature-&gt;files map + per-node summaries, gated to real symbols.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Scope: Java / Spring Boot / Hibernate (JPA) backends + React frontends, federated across microservices.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Architecture &amp;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[1] Extractor (tree-sitter Java + TSX) -&gt; nodes + edges (calls, imports, extends, implements)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[2] Spring pass -&gt; endpoints (@GetMapping + @RequestMapping prefix), DI injects, layers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[2b] JPA/Hibernate -&gt; @Entity + table, relationships (cascade/fetch/mappedBy/owning/@JoinColumn), repos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[2c] Outbound -&gt; backend Feign/RestTemplate + React fetch/axios -&gt; calls_service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[3] Enrichment (Azure OpenAI, optional) -&gt; features + summaries; anti-hallucination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[4] MCP server -&gt; agents query via kg_* tools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[5] federate -&gt; merge services + link frontend&lt;-&gt;backend (calls_remote)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E6F9E"/>
                </a:solidFill>
              </a:rPr>
              <a:t>Storage: one local SQLite file at .code-kg/graph.db (gitignored, rebuilt on demand)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Capabilities, Usage &amp;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MCP tools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kg_architecture | kg_find_files_for_feature | kg_endpoints/kg_endpoint | kg_callers/kg_callees | kg_impact_of | kg_data_model/kg_entity | kg_service_map/kg_request_flow | kg_neighbors/kg_describe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CLI (Node)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node src/cli.js  index | reindex | enrich | serve | digest | federate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Differentiators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Spring DI edges, deep JPA/Hibernate mapping, React component/hook/render model, and full-stack request flow.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Tech stack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Node.js 22 (node:sqlite) | tree-sitter (java + typescript) | MCP SDK | Azure OpenAI (optional)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Full-Stack &amp; Microservices: Federation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</a:rPr>
              <a:t>Index each service/app independently (order-independent), then federate to link them.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Backend outbound: OpenFeign (@FeignClient) and RestTemplate (http://&lt;service&gt;/&lt;path&gt;).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Frontend outbound: React fetch('/api/..') / axios.get('/api/..') -&gt; calls_service.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federate namespaces nodes &lt;service&gt;:: and matches each outbound call to the real backend endpoint -&gt; calls_remote.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Frontend relative URLs match any backend by method + path (full-stack request flow).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E6F9E"/>
                </a:solidFill>
              </a:rPr>
              <a:t>One federated MCP exposes ALL frontends + backends plus the cross-tier links.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kg_service_map() = who calls whom; kg_request_flow() traces a request across frontend and backends.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2026-06-14T20:10:39Z</dcterms:created>
  <dcterms:modified xsi:type="dcterms:W3CDTF">2026-06-14T20:10:39Z</dcterms:modified>
</cp:coreProperties>
</file>