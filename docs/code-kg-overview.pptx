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Knowledge Graph for Agents (code-kg)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E6F9E"/>
                </a:solidFill>
              </a:rPr>
              <a:t>The problem</a:t>
            </a:r>
          </a:p>
          <a:p>
            <a:pPr lvl="1"/>
            <a:r>
              <a:rPr sz="1800" b="0"/>
              <a:t>AI coding agents rebuild their mental model of a codebase on every task, guess which files to change, and make mistakes.</a:t>
            </a:r>
          </a:p>
          <a:p>
            <a:pPr/>
            <a:r>
              <a:rPr sz="2200" b="1">
                <a:solidFill>
                  <a:srgbClr val="2E6F9E"/>
                </a:solidFill>
              </a:rPr>
              <a:t>The solution</a:t>
            </a:r>
          </a:p>
          <a:p>
            <a:pPr lvl="1"/>
            <a:r>
              <a:rPr sz="1800" b="0"/>
              <a:t>Pre-compute an accurate, queryable knowledge graph ONCE; agents query it at task start instead of guessing.</a:t>
            </a:r>
          </a:p>
          <a:p>
            <a:pPr lvl="1"/>
            <a:r>
              <a:rPr sz="1800" b="0"/>
              <a:t>Built deterministically (tree-sitter + Spring/JPA annotations), stored in local SQLite, served to agents over MCP.</a:t>
            </a:r>
          </a:p>
          <a:p>
            <a:pPr lvl="1"/>
            <a:r>
              <a:rPr sz="1800" b="0"/>
              <a:t>Optional LLM enrichment (Azure OpenAI) adds a feature→files map — constrained so it can only reference symbols that already exist (no hallucinated files).</a:t>
            </a:r>
          </a:p>
          <a:p>
            <a:pPr lvl="1"/>
            <a:r>
              <a:rPr sz="1800" b="1"/>
              <a:t>Scope: Java / Spring Boot / Hibernate (Spring Data JPA).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/>
              <a:t>[1] Extractor (tree-sitter)  →  nodes (class/method/field) + edges (calls, imports, extends, implements)</a:t>
            </a:r>
          </a:p>
          <a:p>
            <a:pPr/>
            <a:r>
              <a:rPr sz="1700" b="0"/>
              <a:t>[2] Spring pass  →  endpoints (@GetMapping + class @RequestMapping prefix), DI 'injects' edges, layer classification</a:t>
            </a:r>
          </a:p>
          <a:p>
            <a:pPr/>
            <a:r>
              <a:rPr sz="1700" b="0"/>
              <a:t>[2b] JPA / Hibernate pass  →  @Entity + table, relationships with cascade / fetch / mappedBy / owning side / @JoinColumn, JpaRepository→entity ('persists')</a:t>
            </a:r>
          </a:p>
          <a:p>
            <a:pPr/>
            <a:r>
              <a:rPr sz="1700" b="0"/>
              <a:t>[3] Enrichment (Azure OpenAI, optional)  →  feature→files map; anti-hallucination gate rejects unknown nodes/files</a:t>
            </a:r>
          </a:p>
          <a:p>
            <a:pPr/>
            <a:r>
              <a:rPr sz="1700" b="0"/>
              <a:t>[4] MCP server  →  agents query the graph via kg_* tools</a:t>
            </a:r>
          </a:p>
          <a:p>
            <a:pPr/>
            <a:r>
              <a:rPr sz="1700" b="0"/>
              <a:t>[5] Sync  →  index (full) / reindex (incremental, detects changed files)</a:t>
            </a:r>
          </a:p>
          <a:p>
            <a:pPr/>
            <a:r>
              <a:rPr sz="1700" b="1">
                <a:solidFill>
                  <a:srgbClr val="2E6F9E"/>
                </a:solidFill>
              </a:rPr>
              <a:t>Storage: a single local SQLite file at .code-kg/graph.db (gitignored, rebuilt on demand)</a:t>
            </a:r>
          </a:p>
          <a:p>
            <a:pPr/>
            <a:r>
              <a:rPr sz="1600" b="0"/>
              <a:t>Schema: nodes(...attrs) · edges(src,dst,kind,attrs) · features · feature_files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Capabilities, Usage &amp;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solidFill>
                  <a:srgbClr val="2E6F9E"/>
                </a:solidFill>
              </a:rPr>
              <a:t>MCP tools (the payoff)</a:t>
            </a:r>
          </a:p>
          <a:p>
            <a:pPr lvl="1"/>
            <a:r>
              <a:rPr sz="1600" b="0"/>
              <a:t>kg_architecture · kg_find_files_for_feature · kg_endpoints/kg_endpoint · kg_callers/kg_callees · kg_impact_of · kg_data_model/kg_entity · kg_neighbors/kg_describe</a:t>
            </a:r>
          </a:p>
          <a:p>
            <a:pPr/>
            <a:r>
              <a:rPr sz="2000" b="1">
                <a:solidFill>
                  <a:srgbClr val="2E6F9E"/>
                </a:solidFill>
              </a:rPr>
              <a:t>CLI</a:t>
            </a:r>
          </a:p>
          <a:p>
            <a:pPr lvl="1"/>
            <a:r>
              <a:rPr sz="1600" b="0"/>
              <a:t>code-kg  index | reindex | enrich | serve | digest   (run via uv)</a:t>
            </a:r>
          </a:p>
          <a:p>
            <a:pPr/>
            <a:r>
              <a:rPr sz="2000" b="1">
                <a:solidFill>
                  <a:srgbClr val="2E6F9E"/>
                </a:solidFill>
              </a:rPr>
              <a:t>Differentiators vs generic tools (e.g. codegraph)</a:t>
            </a:r>
          </a:p>
          <a:p>
            <a:pPr lvl="1"/>
            <a:r>
              <a:rPr sz="1600" b="0"/>
              <a:t>Spring DI 'injects' edges, feature→files map, and deep JPA/Hibernate mapping (cascade/fetch/mappedBy/join columns) — not just call graphs and routes.</a:t>
            </a:r>
          </a:p>
          <a:p>
            <a:pPr/>
            <a:r>
              <a:rPr sz="2000" b="1">
                <a:solidFill>
                  <a:srgbClr val="2E6F9E"/>
                </a:solidFill>
              </a:rPr>
              <a:t>Tech stack</a:t>
            </a:r>
          </a:p>
          <a:p>
            <a:pPr lvl="1"/>
            <a:r>
              <a:rPr sz="1600" b="0"/>
              <a:t>Python + uv · tree-sitter / tree-sitter-java · SQLite · FastMCP (mcp[cli]) · Azure OpenAI (optional enrichment)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